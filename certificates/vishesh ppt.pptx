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ileron Bold" charset="1" panose="00000800000000000000"/>
      <p:regular r:id="rId12"/>
    </p:embeddedFont>
    <p:embeddedFont>
      <p:font typeface="TT Hoves Bold" charset="1" panose="02000003020000060003"/>
      <p:regular r:id="rId13"/>
    </p:embeddedFont>
    <p:embeddedFont>
      <p:font typeface="Aileron Bold Italics" charset="1" panose="00000800000000000000"/>
      <p:regular r:id="rId14"/>
    </p:embeddedFont>
    <p:embeddedFont>
      <p:font typeface="Aileron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0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0B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32286" y="3282569"/>
            <a:ext cx="13645760" cy="1364576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D1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416953">
            <a:off x="12251417" y="2370887"/>
            <a:ext cx="6258082" cy="8681733"/>
          </a:xfrm>
          <a:custGeom>
            <a:avLst/>
            <a:gdLst/>
            <a:ahLst/>
            <a:cxnLst/>
            <a:rect r="r" b="b" t="t" l="l"/>
            <a:pathLst>
              <a:path h="8681733" w="6258082">
                <a:moveTo>
                  <a:pt x="0" y="0"/>
                </a:moveTo>
                <a:lnTo>
                  <a:pt x="6258083" y="0"/>
                </a:lnTo>
                <a:lnTo>
                  <a:pt x="6258083" y="8681733"/>
                </a:lnTo>
                <a:lnTo>
                  <a:pt x="0" y="86817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29403" y="76612"/>
            <a:ext cx="3205957" cy="3205957"/>
          </a:xfrm>
          <a:custGeom>
            <a:avLst/>
            <a:gdLst/>
            <a:ahLst/>
            <a:cxnLst/>
            <a:rect r="r" b="b" t="t" l="l"/>
            <a:pathLst>
              <a:path h="3205957" w="3205957">
                <a:moveTo>
                  <a:pt x="0" y="0"/>
                </a:moveTo>
                <a:lnTo>
                  <a:pt x="3205957" y="0"/>
                </a:lnTo>
                <a:lnTo>
                  <a:pt x="3205957" y="3205957"/>
                </a:lnTo>
                <a:lnTo>
                  <a:pt x="0" y="32059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260282"/>
            <a:ext cx="692146" cy="499011"/>
          </a:xfrm>
          <a:custGeom>
            <a:avLst/>
            <a:gdLst/>
            <a:ahLst/>
            <a:cxnLst/>
            <a:rect r="r" b="b" t="t" l="l"/>
            <a:pathLst>
              <a:path h="499011" w="692146">
                <a:moveTo>
                  <a:pt x="0" y="0"/>
                </a:moveTo>
                <a:lnTo>
                  <a:pt x="692146" y="0"/>
                </a:lnTo>
                <a:lnTo>
                  <a:pt x="692146" y="499011"/>
                </a:lnTo>
                <a:lnTo>
                  <a:pt x="0" y="499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259300" y="9258300"/>
            <a:ext cx="627691" cy="594913"/>
            <a:chOff x="0" y="0"/>
            <a:chExt cx="165318" cy="1566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5318" cy="156685"/>
            </a:xfrm>
            <a:custGeom>
              <a:avLst/>
              <a:gdLst/>
              <a:ahLst/>
              <a:cxnLst/>
              <a:rect r="r" b="b" t="t" l="l"/>
              <a:pathLst>
                <a:path h="156685" w="165318">
                  <a:moveTo>
                    <a:pt x="0" y="0"/>
                  </a:moveTo>
                  <a:lnTo>
                    <a:pt x="165318" y="0"/>
                  </a:lnTo>
                  <a:lnTo>
                    <a:pt x="165318" y="156685"/>
                  </a:lnTo>
                  <a:lnTo>
                    <a:pt x="0" y="156685"/>
                  </a:lnTo>
                  <a:close/>
                </a:path>
              </a:pathLst>
            </a:custGeom>
            <a:solidFill>
              <a:srgbClr val="6072F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65318" cy="16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  <a:r>
                <a:rPr lang="en-US" b="true" sz="1453" spc="-7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95089" y="931731"/>
            <a:ext cx="1156113" cy="115611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89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189648" y="8531187"/>
            <a:ext cx="2644051" cy="264405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89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99949" y="1154288"/>
            <a:ext cx="1183488" cy="118348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89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3495582"/>
            <a:ext cx="11498634" cy="245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1"/>
              </a:lnSpc>
              <a:spcBef>
                <a:spcPct val="0"/>
              </a:spcBef>
            </a:pPr>
            <a:r>
              <a:rPr lang="en-US" b="true" sz="5587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SUMMER INTERNSHIP &amp; SELF-LEARNING REPORT (JUNE–JULY 2025)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6474659"/>
            <a:ext cx="6654737" cy="167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7"/>
              </a:lnSpc>
            </a:pPr>
            <a:r>
              <a:rPr lang="en-US" sz="2615" i="true" b="true">
                <a:solidFill>
                  <a:srgbClr val="000000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Name: Vishesh Chauhan</a:t>
            </a:r>
          </a:p>
          <a:p>
            <a:pPr algn="l">
              <a:lnSpc>
                <a:spcPts val="2667"/>
              </a:lnSpc>
            </a:pPr>
            <a:r>
              <a:rPr lang="en-US" sz="2615" i="true" b="true">
                <a:solidFill>
                  <a:srgbClr val="000000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Course: BCA 5th Semester</a:t>
            </a:r>
          </a:p>
          <a:p>
            <a:pPr algn="l">
              <a:lnSpc>
                <a:spcPts val="2667"/>
              </a:lnSpc>
            </a:pPr>
            <a:r>
              <a:rPr lang="en-US" sz="2615" i="true" b="true">
                <a:solidFill>
                  <a:srgbClr val="000000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Internship Organization: Elevate Labs</a:t>
            </a:r>
          </a:p>
          <a:p>
            <a:pPr algn="l">
              <a:lnSpc>
                <a:spcPts val="2667"/>
              </a:lnSpc>
            </a:pPr>
            <a:r>
              <a:rPr lang="en-US" sz="2615" i="true" b="true">
                <a:solidFill>
                  <a:srgbClr val="000000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Self-Learning Platform: YouTube (free resources)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647654" y="2276757"/>
            <a:ext cx="2222020" cy="763567"/>
          </a:xfrm>
          <a:custGeom>
            <a:avLst/>
            <a:gdLst/>
            <a:ahLst/>
            <a:cxnLst/>
            <a:rect r="r" b="b" t="t" l="l"/>
            <a:pathLst>
              <a:path h="763567" w="2222020">
                <a:moveTo>
                  <a:pt x="0" y="0"/>
                </a:moveTo>
                <a:lnTo>
                  <a:pt x="2222020" y="0"/>
                </a:lnTo>
                <a:lnTo>
                  <a:pt x="2222020" y="763567"/>
                </a:lnTo>
                <a:lnTo>
                  <a:pt x="0" y="7635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869674" y="8876517"/>
            <a:ext cx="2222020" cy="763567"/>
          </a:xfrm>
          <a:custGeom>
            <a:avLst/>
            <a:gdLst/>
            <a:ahLst/>
            <a:cxnLst/>
            <a:rect r="r" b="b" t="t" l="l"/>
            <a:pathLst>
              <a:path h="763567" w="2222020">
                <a:moveTo>
                  <a:pt x="0" y="0"/>
                </a:moveTo>
                <a:lnTo>
                  <a:pt x="2222019" y="0"/>
                </a:lnTo>
                <a:lnTo>
                  <a:pt x="2222019" y="763566"/>
                </a:lnTo>
                <a:lnTo>
                  <a:pt x="0" y="763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0B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7241" y="-4197741"/>
            <a:ext cx="18682483" cy="18682483"/>
          </a:xfrm>
          <a:custGeom>
            <a:avLst/>
            <a:gdLst/>
            <a:ahLst/>
            <a:cxnLst/>
            <a:rect r="r" b="b" t="t" l="l"/>
            <a:pathLst>
              <a:path h="18682483" w="18682483">
                <a:moveTo>
                  <a:pt x="0" y="0"/>
                </a:moveTo>
                <a:lnTo>
                  <a:pt x="18682482" y="0"/>
                </a:lnTo>
                <a:lnTo>
                  <a:pt x="18682482" y="18682482"/>
                </a:lnTo>
                <a:lnTo>
                  <a:pt x="0" y="18682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01161" y="5766560"/>
            <a:ext cx="13645760" cy="1364576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D1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260282"/>
            <a:ext cx="692146" cy="499011"/>
          </a:xfrm>
          <a:custGeom>
            <a:avLst/>
            <a:gdLst/>
            <a:ahLst/>
            <a:cxnLst/>
            <a:rect r="r" b="b" t="t" l="l"/>
            <a:pathLst>
              <a:path h="499011" w="692146">
                <a:moveTo>
                  <a:pt x="0" y="0"/>
                </a:moveTo>
                <a:lnTo>
                  <a:pt x="692146" y="0"/>
                </a:lnTo>
                <a:lnTo>
                  <a:pt x="692146" y="499011"/>
                </a:lnTo>
                <a:lnTo>
                  <a:pt x="0" y="499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59300" y="9258300"/>
            <a:ext cx="627691" cy="594913"/>
            <a:chOff x="0" y="0"/>
            <a:chExt cx="165318" cy="1566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318" cy="156685"/>
            </a:xfrm>
            <a:custGeom>
              <a:avLst/>
              <a:gdLst/>
              <a:ahLst/>
              <a:cxnLst/>
              <a:rect r="r" b="b" t="t" l="l"/>
              <a:pathLst>
                <a:path h="156685" w="165318">
                  <a:moveTo>
                    <a:pt x="0" y="0"/>
                  </a:moveTo>
                  <a:lnTo>
                    <a:pt x="165318" y="0"/>
                  </a:lnTo>
                  <a:lnTo>
                    <a:pt x="165318" y="156685"/>
                  </a:lnTo>
                  <a:lnTo>
                    <a:pt x="0" y="156685"/>
                  </a:lnTo>
                  <a:close/>
                </a:path>
              </a:pathLst>
            </a:custGeom>
            <a:solidFill>
              <a:srgbClr val="6072F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65318" cy="16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  <a:r>
                <a:rPr lang="en-US" b="true" sz="1453" spc="-7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02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910661" y="1209675"/>
            <a:ext cx="13032537" cy="65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8"/>
              </a:lnSpc>
            </a:pPr>
            <a:r>
              <a:rPr lang="en-US" sz="5544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SKILLS &amp; TECH</a:t>
            </a:r>
            <a:r>
              <a:rPr lang="en-US" sz="5544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NOLOGIES LEARNED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2412" y="3035399"/>
            <a:ext cx="8953813" cy="6817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76"/>
              </a:lnSpc>
            </a:pPr>
            <a:r>
              <a:rPr lang="en-US" sz="276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During</a:t>
            </a:r>
            <a:r>
              <a:rPr lang="en-US" sz="276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Summer Break, I learned:</a:t>
            </a:r>
          </a:p>
          <a:p>
            <a:pPr algn="just" marL="597820" indent="-298910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Java Core Concepts</a:t>
            </a:r>
          </a:p>
          <a:p>
            <a:pPr algn="just" marL="1195641" indent="-398547" lvl="2">
              <a:lnSpc>
                <a:spcPts val="3876"/>
              </a:lnSpc>
              <a:buFont typeface="Arial"/>
              <a:buChar char="⚬"/>
            </a:pPr>
            <a:r>
              <a:rPr lang="en-US" sz="276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OOPs, Exception Handling, Collections</a:t>
            </a:r>
          </a:p>
          <a:p>
            <a:pPr algn="just" marL="597820" indent="-298910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SQL</a:t>
            </a:r>
          </a:p>
          <a:p>
            <a:pPr algn="just" marL="1195641" indent="-398547" lvl="2">
              <a:lnSpc>
                <a:spcPts val="3876"/>
              </a:lnSpc>
              <a:buFont typeface="Arial"/>
              <a:buChar char="⚬"/>
            </a:pPr>
            <a:r>
              <a:rPr lang="en-US" sz="276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Joins, Subqueries, DDL &amp; DML</a:t>
            </a:r>
          </a:p>
          <a:p>
            <a:pPr algn="just" marL="597820" indent="-298910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Spring Boot Framework</a:t>
            </a:r>
          </a:p>
          <a:p>
            <a:pPr algn="just" marL="1195641" indent="-398547" lvl="2">
              <a:lnSpc>
                <a:spcPts val="3876"/>
              </a:lnSpc>
              <a:buFont typeface="Arial"/>
              <a:buChar char="⚬"/>
            </a:pPr>
            <a:r>
              <a:rPr lang="en-US" sz="276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REST API creation, Annotations, Configuration</a:t>
            </a:r>
          </a:p>
          <a:p>
            <a:pPr algn="just" marL="597820" indent="-298910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Multithreading in Java</a:t>
            </a:r>
          </a:p>
          <a:p>
            <a:pPr algn="just" marL="1195641" indent="-398547" lvl="2">
              <a:lnSpc>
                <a:spcPts val="3876"/>
              </a:lnSpc>
              <a:buFont typeface="Arial"/>
              <a:buChar char="⚬"/>
            </a:pPr>
            <a:r>
              <a:rPr lang="en-US" sz="276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Threads, Runnable, Synchronization, Thread Pools</a:t>
            </a:r>
          </a:p>
          <a:p>
            <a:pPr algn="just" marL="597820" indent="-298910" lvl="1">
              <a:lnSpc>
                <a:spcPts val="3876"/>
              </a:lnSpc>
              <a:buFont typeface="Arial"/>
              <a:buChar char="•"/>
            </a:pPr>
            <a:r>
              <a:rPr lang="en-US" sz="276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Project Tools/Tech Used</a:t>
            </a:r>
          </a:p>
          <a:p>
            <a:pPr algn="just" marL="1195641" indent="-398547" lvl="2">
              <a:lnSpc>
                <a:spcPts val="3876"/>
              </a:lnSpc>
              <a:buFont typeface="Arial"/>
              <a:buChar char="⚬"/>
            </a:pPr>
            <a:r>
              <a:rPr lang="en-US" sz="276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Spring Boot, Spring Web, JPA, H2 Database, Swagger, Lombok</a:t>
            </a:r>
          </a:p>
          <a:p>
            <a:pPr algn="just">
              <a:lnSpc>
                <a:spcPts val="3876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685630" y="2565690"/>
            <a:ext cx="7235444" cy="10772373"/>
          </a:xfrm>
          <a:custGeom>
            <a:avLst/>
            <a:gdLst/>
            <a:ahLst/>
            <a:cxnLst/>
            <a:rect r="r" b="b" t="t" l="l"/>
            <a:pathLst>
              <a:path h="10772373" w="7235444">
                <a:moveTo>
                  <a:pt x="0" y="0"/>
                </a:moveTo>
                <a:lnTo>
                  <a:pt x="7235444" y="0"/>
                </a:lnTo>
                <a:lnTo>
                  <a:pt x="7235444" y="10772373"/>
                </a:lnTo>
                <a:lnTo>
                  <a:pt x="0" y="107723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345497" y="2754442"/>
            <a:ext cx="2222020" cy="763567"/>
          </a:xfrm>
          <a:custGeom>
            <a:avLst/>
            <a:gdLst/>
            <a:ahLst/>
            <a:cxnLst/>
            <a:rect r="r" b="b" t="t" l="l"/>
            <a:pathLst>
              <a:path h="763567" w="2222020">
                <a:moveTo>
                  <a:pt x="0" y="0"/>
                </a:moveTo>
                <a:lnTo>
                  <a:pt x="2222019" y="0"/>
                </a:lnTo>
                <a:lnTo>
                  <a:pt x="2222019" y="763566"/>
                </a:lnTo>
                <a:lnTo>
                  <a:pt x="0" y="763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032990" y="2372658"/>
            <a:ext cx="2222020" cy="763567"/>
          </a:xfrm>
          <a:custGeom>
            <a:avLst/>
            <a:gdLst/>
            <a:ahLst/>
            <a:cxnLst/>
            <a:rect r="r" b="b" t="t" l="l"/>
            <a:pathLst>
              <a:path h="763567" w="2222020">
                <a:moveTo>
                  <a:pt x="0" y="0"/>
                </a:moveTo>
                <a:lnTo>
                  <a:pt x="2222020" y="0"/>
                </a:lnTo>
                <a:lnTo>
                  <a:pt x="2222020" y="763567"/>
                </a:lnTo>
                <a:lnTo>
                  <a:pt x="0" y="7635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263054" y="2754442"/>
            <a:ext cx="676215" cy="67621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89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10661" y="9258300"/>
            <a:ext cx="2604250" cy="260425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89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560050" y="5697184"/>
            <a:ext cx="1727950" cy="172795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89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0B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01065" y="4158040"/>
            <a:ext cx="13645760" cy="1364576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D1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260282"/>
            <a:ext cx="692146" cy="499011"/>
          </a:xfrm>
          <a:custGeom>
            <a:avLst/>
            <a:gdLst/>
            <a:ahLst/>
            <a:cxnLst/>
            <a:rect r="r" b="b" t="t" l="l"/>
            <a:pathLst>
              <a:path h="499011" w="692146">
                <a:moveTo>
                  <a:pt x="0" y="0"/>
                </a:moveTo>
                <a:lnTo>
                  <a:pt x="692146" y="0"/>
                </a:lnTo>
                <a:lnTo>
                  <a:pt x="692146" y="499011"/>
                </a:lnTo>
                <a:lnTo>
                  <a:pt x="0" y="4990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9258300"/>
            <a:ext cx="627691" cy="594913"/>
            <a:chOff x="0" y="0"/>
            <a:chExt cx="165318" cy="1566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318" cy="156685"/>
            </a:xfrm>
            <a:custGeom>
              <a:avLst/>
              <a:gdLst/>
              <a:ahLst/>
              <a:cxnLst/>
              <a:rect r="r" b="b" t="t" l="l"/>
              <a:pathLst>
                <a:path h="156685" w="165318">
                  <a:moveTo>
                    <a:pt x="0" y="0"/>
                  </a:moveTo>
                  <a:lnTo>
                    <a:pt x="165318" y="0"/>
                  </a:lnTo>
                  <a:lnTo>
                    <a:pt x="165318" y="156685"/>
                  </a:lnTo>
                  <a:lnTo>
                    <a:pt x="0" y="156685"/>
                  </a:lnTo>
                  <a:close/>
                </a:path>
              </a:pathLst>
            </a:custGeom>
            <a:solidFill>
              <a:srgbClr val="6072F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65318" cy="16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  <a:r>
                <a:rPr lang="en-US" b="true" sz="1453" spc="-7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03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108465" y="1364426"/>
            <a:ext cx="14608401" cy="808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7"/>
              </a:lnSpc>
            </a:pPr>
            <a:r>
              <a:rPr lang="en-US" sz="5471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ELEVATE LABS</a:t>
            </a:r>
            <a:r>
              <a:rPr lang="en-US" sz="5471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 INTERNSHIP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4422" y="3207454"/>
            <a:ext cx="9791281" cy="429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86"/>
              </a:lnSpc>
            </a:pPr>
            <a:r>
              <a:rPr lang="en-US" sz="306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</a:t>
            </a:r>
            <a:r>
              <a:rPr lang="en-US" sz="306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ternship Duration: 1 Month (June–July 2025)</a:t>
            </a:r>
          </a:p>
          <a:p>
            <a:pPr algn="just">
              <a:lnSpc>
                <a:spcPts val="4286"/>
              </a:lnSpc>
            </a:pPr>
            <a:r>
              <a:rPr lang="en-US" sz="306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Company: Elevate Labs</a:t>
            </a:r>
          </a:p>
          <a:p>
            <a:pPr algn="just">
              <a:lnSpc>
                <a:spcPts val="4286"/>
              </a:lnSpc>
            </a:pPr>
            <a:r>
              <a:rPr lang="en-US" sz="306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Structure:</a:t>
            </a:r>
          </a:p>
          <a:p>
            <a:pPr algn="just" marL="661090" indent="-330545" lvl="1">
              <a:lnSpc>
                <a:spcPts val="4286"/>
              </a:lnSpc>
              <a:buFont typeface="Arial"/>
              <a:buChar char="•"/>
            </a:pPr>
            <a:r>
              <a:rPr lang="en-US" sz="306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First 15 Days: Daily Coding Tasks (Weekdays)</a:t>
            </a:r>
          </a:p>
          <a:p>
            <a:pPr algn="just" marL="1322179" indent="-440726" lvl="2">
              <a:lnSpc>
                <a:spcPts val="4286"/>
              </a:lnSpc>
              <a:buFont typeface="Arial"/>
              <a:buChar char="⚬"/>
            </a:pPr>
            <a:r>
              <a:rPr lang="en-US" sz="306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Task Submission Deadline: Evening of each day</a:t>
            </a:r>
          </a:p>
          <a:p>
            <a:pPr algn="just" marL="661090" indent="-330545" lvl="1">
              <a:lnSpc>
                <a:spcPts val="4286"/>
              </a:lnSpc>
              <a:buFont typeface="Arial"/>
              <a:buChar char="•"/>
            </a:pPr>
            <a:r>
              <a:rPr lang="en-US" sz="306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Next 15 Days: Project Development Period</a:t>
            </a:r>
          </a:p>
          <a:p>
            <a:pPr algn="just" marL="1322179" indent="-440726" lvl="2">
              <a:lnSpc>
                <a:spcPts val="4286"/>
              </a:lnSpc>
              <a:buFont typeface="Arial"/>
              <a:buChar char="⚬"/>
            </a:pPr>
            <a:r>
              <a:rPr lang="en-US" sz="306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Task: Choose &amp; Build a Complete Project</a:t>
            </a:r>
          </a:p>
          <a:p>
            <a:pPr algn="just">
              <a:lnSpc>
                <a:spcPts val="4286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521062" y="2394944"/>
            <a:ext cx="5738238" cy="7267425"/>
          </a:xfrm>
          <a:custGeom>
            <a:avLst/>
            <a:gdLst/>
            <a:ahLst/>
            <a:cxnLst/>
            <a:rect r="r" b="b" t="t" l="l"/>
            <a:pathLst>
              <a:path h="7267425" w="5738238">
                <a:moveTo>
                  <a:pt x="0" y="0"/>
                </a:moveTo>
                <a:lnTo>
                  <a:pt x="5738238" y="0"/>
                </a:lnTo>
                <a:lnTo>
                  <a:pt x="5738238" y="7267425"/>
                </a:lnTo>
                <a:lnTo>
                  <a:pt x="0" y="7267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867618" y="4761717"/>
            <a:ext cx="2222020" cy="763567"/>
          </a:xfrm>
          <a:custGeom>
            <a:avLst/>
            <a:gdLst/>
            <a:ahLst/>
            <a:cxnLst/>
            <a:rect r="r" b="b" t="t" l="l"/>
            <a:pathLst>
              <a:path h="763567" w="2222020">
                <a:moveTo>
                  <a:pt x="0" y="0"/>
                </a:moveTo>
                <a:lnTo>
                  <a:pt x="2222020" y="0"/>
                </a:lnTo>
                <a:lnTo>
                  <a:pt x="2222020" y="763566"/>
                </a:lnTo>
                <a:lnTo>
                  <a:pt x="0" y="7635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213683" y="8494733"/>
            <a:ext cx="2222020" cy="763567"/>
          </a:xfrm>
          <a:custGeom>
            <a:avLst/>
            <a:gdLst/>
            <a:ahLst/>
            <a:cxnLst/>
            <a:rect r="r" b="b" t="t" l="l"/>
            <a:pathLst>
              <a:path h="763567" w="2222020">
                <a:moveTo>
                  <a:pt x="0" y="0"/>
                </a:moveTo>
                <a:lnTo>
                  <a:pt x="2222020" y="0"/>
                </a:lnTo>
                <a:lnTo>
                  <a:pt x="2222020" y="763567"/>
                </a:lnTo>
                <a:lnTo>
                  <a:pt x="0" y="7635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073417" y="2225294"/>
            <a:ext cx="1149725" cy="114972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89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83518" y="8301654"/>
            <a:ext cx="1985346" cy="198534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89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573146" y="2394944"/>
            <a:ext cx="1181100" cy="118110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89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0B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7241" y="-4197741"/>
            <a:ext cx="18682483" cy="18682483"/>
          </a:xfrm>
          <a:custGeom>
            <a:avLst/>
            <a:gdLst/>
            <a:ahLst/>
            <a:cxnLst/>
            <a:rect r="r" b="b" t="t" l="l"/>
            <a:pathLst>
              <a:path h="18682483" w="18682483">
                <a:moveTo>
                  <a:pt x="0" y="0"/>
                </a:moveTo>
                <a:lnTo>
                  <a:pt x="18682482" y="0"/>
                </a:lnTo>
                <a:lnTo>
                  <a:pt x="18682482" y="18682482"/>
                </a:lnTo>
                <a:lnTo>
                  <a:pt x="0" y="18682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33775" y="2435420"/>
            <a:ext cx="13645760" cy="1364576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D1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260282"/>
            <a:ext cx="692146" cy="499011"/>
          </a:xfrm>
          <a:custGeom>
            <a:avLst/>
            <a:gdLst/>
            <a:ahLst/>
            <a:cxnLst/>
            <a:rect r="r" b="b" t="t" l="l"/>
            <a:pathLst>
              <a:path h="499011" w="692146">
                <a:moveTo>
                  <a:pt x="0" y="0"/>
                </a:moveTo>
                <a:lnTo>
                  <a:pt x="692146" y="0"/>
                </a:lnTo>
                <a:lnTo>
                  <a:pt x="692146" y="499011"/>
                </a:lnTo>
                <a:lnTo>
                  <a:pt x="0" y="499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59300" y="9258300"/>
            <a:ext cx="627691" cy="594913"/>
            <a:chOff x="0" y="0"/>
            <a:chExt cx="165318" cy="1566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318" cy="156685"/>
            </a:xfrm>
            <a:custGeom>
              <a:avLst/>
              <a:gdLst/>
              <a:ahLst/>
              <a:cxnLst/>
              <a:rect r="r" b="b" t="t" l="l"/>
              <a:pathLst>
                <a:path h="156685" w="165318">
                  <a:moveTo>
                    <a:pt x="0" y="0"/>
                  </a:moveTo>
                  <a:lnTo>
                    <a:pt x="165318" y="0"/>
                  </a:lnTo>
                  <a:lnTo>
                    <a:pt x="165318" y="156685"/>
                  </a:lnTo>
                  <a:lnTo>
                    <a:pt x="0" y="156685"/>
                  </a:lnTo>
                  <a:close/>
                </a:path>
              </a:pathLst>
            </a:custGeom>
            <a:solidFill>
              <a:srgbClr val="6072F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65318" cy="16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  <a:r>
                <a:rPr lang="en-US" b="true" sz="1453" spc="-7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04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101796" y="4290364"/>
            <a:ext cx="6157504" cy="3381030"/>
          </a:xfrm>
          <a:custGeom>
            <a:avLst/>
            <a:gdLst/>
            <a:ahLst/>
            <a:cxnLst/>
            <a:rect r="r" b="b" t="t" l="l"/>
            <a:pathLst>
              <a:path h="3381030" w="6157504">
                <a:moveTo>
                  <a:pt x="0" y="0"/>
                </a:moveTo>
                <a:lnTo>
                  <a:pt x="6157504" y="0"/>
                </a:lnTo>
                <a:lnTo>
                  <a:pt x="6157504" y="3381030"/>
                </a:lnTo>
                <a:lnTo>
                  <a:pt x="0" y="33810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452406" y="1614036"/>
            <a:ext cx="11714866" cy="73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88"/>
              </a:lnSpc>
              <a:spcBef>
                <a:spcPct val="0"/>
              </a:spcBef>
            </a:pPr>
            <a:r>
              <a:rPr lang="en-US" b="true" sz="4989" strike="noStrike" u="non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 PROJECT - RESTFUL BOOKSTORE API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5307" y="3330405"/>
            <a:ext cx="11751039" cy="652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6"/>
              </a:lnSpc>
            </a:pPr>
            <a:r>
              <a:rPr lang="en-US" sz="309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Project Name: Bookstore REST API</a:t>
            </a:r>
          </a:p>
          <a:p>
            <a:pPr algn="just">
              <a:lnSpc>
                <a:spcPts val="4326"/>
              </a:lnSpc>
            </a:pPr>
            <a:r>
              <a:rPr lang="en-US" sz="309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Tech Stack:</a:t>
            </a:r>
          </a:p>
          <a:p>
            <a:pPr algn="just" marL="667197" indent="-333599" lvl="1">
              <a:lnSpc>
                <a:spcPts val="4326"/>
              </a:lnSpc>
              <a:buFont typeface="Arial"/>
              <a:buChar char="•"/>
            </a:pPr>
            <a:r>
              <a:rPr lang="en-US" sz="309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Java, Spring Boot, Spring Data JPA</a:t>
            </a:r>
          </a:p>
          <a:p>
            <a:pPr algn="just" marL="667197" indent="-333599" lvl="1">
              <a:lnSpc>
                <a:spcPts val="4326"/>
              </a:lnSpc>
              <a:buFont typeface="Arial"/>
              <a:buChar char="•"/>
            </a:pPr>
            <a:r>
              <a:rPr lang="en-US" sz="309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H2 In-Memory Database</a:t>
            </a:r>
          </a:p>
          <a:p>
            <a:pPr algn="just" marL="667197" indent="-333599" lvl="1">
              <a:lnSpc>
                <a:spcPts val="4326"/>
              </a:lnSpc>
              <a:buFont typeface="Arial"/>
              <a:buChar char="•"/>
            </a:pPr>
            <a:r>
              <a:rPr lang="en-US" sz="309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Swagger (API Documentation)</a:t>
            </a:r>
          </a:p>
          <a:p>
            <a:pPr algn="just" marL="667197" indent="-333599" lvl="1">
              <a:lnSpc>
                <a:spcPts val="4326"/>
              </a:lnSpc>
              <a:buFont typeface="Arial"/>
              <a:buChar char="•"/>
            </a:pPr>
            <a:r>
              <a:rPr lang="en-US" sz="309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Lombok (Boilerplate reduction)</a:t>
            </a:r>
          </a:p>
          <a:p>
            <a:pPr algn="just">
              <a:lnSpc>
                <a:spcPts val="4326"/>
              </a:lnSpc>
            </a:pPr>
            <a:r>
              <a:rPr lang="en-US" sz="309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Features Implemented:</a:t>
            </a:r>
          </a:p>
          <a:p>
            <a:pPr algn="just" marL="667197" indent="-333599" lvl="1">
              <a:lnSpc>
                <a:spcPts val="4326"/>
              </a:lnSpc>
              <a:buFont typeface="Arial"/>
              <a:buChar char="•"/>
            </a:pPr>
            <a:r>
              <a:rPr lang="en-US" sz="309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CRUD for Authors and Books</a:t>
            </a:r>
          </a:p>
          <a:p>
            <a:pPr algn="just" marL="667197" indent="-333599" lvl="1">
              <a:lnSpc>
                <a:spcPts val="4326"/>
              </a:lnSpc>
              <a:buFont typeface="Arial"/>
              <a:buChar char="•"/>
            </a:pPr>
            <a:r>
              <a:rPr lang="en-US" sz="309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Filtering, Pagination, Sorting</a:t>
            </a:r>
          </a:p>
          <a:p>
            <a:pPr algn="just" marL="667197" indent="-333599" lvl="1">
              <a:lnSpc>
                <a:spcPts val="4326"/>
              </a:lnSpc>
              <a:buFont typeface="Arial"/>
              <a:buChar char="•"/>
            </a:pPr>
            <a:r>
              <a:rPr lang="en-US" sz="309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Swagger UI for API Testing</a:t>
            </a:r>
          </a:p>
          <a:p>
            <a:pPr algn="just" marL="667197" indent="-333599" lvl="1">
              <a:lnSpc>
                <a:spcPts val="4326"/>
              </a:lnSpc>
              <a:buFont typeface="Arial"/>
              <a:buChar char="•"/>
            </a:pPr>
            <a:r>
              <a:rPr lang="en-US" sz="309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Clean Architecture (Controller, Service, Repository Layers)</a:t>
            </a:r>
          </a:p>
          <a:p>
            <a:pPr algn="just">
              <a:lnSpc>
                <a:spcPts val="4326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642032" y="3438895"/>
            <a:ext cx="2222020" cy="763567"/>
          </a:xfrm>
          <a:custGeom>
            <a:avLst/>
            <a:gdLst/>
            <a:ahLst/>
            <a:cxnLst/>
            <a:rect r="r" b="b" t="t" l="l"/>
            <a:pathLst>
              <a:path h="763567" w="2222020">
                <a:moveTo>
                  <a:pt x="0" y="0"/>
                </a:moveTo>
                <a:lnTo>
                  <a:pt x="2222020" y="0"/>
                </a:lnTo>
                <a:lnTo>
                  <a:pt x="2222020" y="763567"/>
                </a:lnTo>
                <a:lnTo>
                  <a:pt x="0" y="7635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8633775" y="3057112"/>
            <a:ext cx="2222020" cy="763567"/>
          </a:xfrm>
          <a:custGeom>
            <a:avLst/>
            <a:gdLst/>
            <a:ahLst/>
            <a:cxnLst/>
            <a:rect r="r" b="b" t="t" l="l"/>
            <a:pathLst>
              <a:path h="763567" w="2222020">
                <a:moveTo>
                  <a:pt x="2222019" y="0"/>
                </a:moveTo>
                <a:lnTo>
                  <a:pt x="0" y="0"/>
                </a:lnTo>
                <a:lnTo>
                  <a:pt x="0" y="763566"/>
                </a:lnTo>
                <a:lnTo>
                  <a:pt x="2222019" y="763566"/>
                </a:lnTo>
                <a:lnTo>
                  <a:pt x="222201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09839" y="2670954"/>
            <a:ext cx="1149725" cy="114972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89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789263" y="8547085"/>
            <a:ext cx="2017342" cy="201734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89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888514" y="5552743"/>
            <a:ext cx="856271" cy="85627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89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0B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7241" y="-4197741"/>
            <a:ext cx="18682483" cy="18682483"/>
          </a:xfrm>
          <a:custGeom>
            <a:avLst/>
            <a:gdLst/>
            <a:ahLst/>
            <a:cxnLst/>
            <a:rect r="r" b="b" t="t" l="l"/>
            <a:pathLst>
              <a:path h="18682483" w="18682483">
                <a:moveTo>
                  <a:pt x="0" y="0"/>
                </a:moveTo>
                <a:lnTo>
                  <a:pt x="18682482" y="0"/>
                </a:lnTo>
                <a:lnTo>
                  <a:pt x="18682482" y="18682482"/>
                </a:lnTo>
                <a:lnTo>
                  <a:pt x="0" y="18682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306824" y="4250308"/>
            <a:ext cx="10234433" cy="1023443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D1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260282"/>
            <a:ext cx="692146" cy="499011"/>
          </a:xfrm>
          <a:custGeom>
            <a:avLst/>
            <a:gdLst/>
            <a:ahLst/>
            <a:cxnLst/>
            <a:rect r="r" b="b" t="t" l="l"/>
            <a:pathLst>
              <a:path h="499011" w="692146">
                <a:moveTo>
                  <a:pt x="0" y="0"/>
                </a:moveTo>
                <a:lnTo>
                  <a:pt x="692146" y="0"/>
                </a:lnTo>
                <a:lnTo>
                  <a:pt x="692146" y="499011"/>
                </a:lnTo>
                <a:lnTo>
                  <a:pt x="0" y="499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59300" y="9258300"/>
            <a:ext cx="627691" cy="594913"/>
            <a:chOff x="0" y="0"/>
            <a:chExt cx="165318" cy="1566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318" cy="156685"/>
            </a:xfrm>
            <a:custGeom>
              <a:avLst/>
              <a:gdLst/>
              <a:ahLst/>
              <a:cxnLst/>
              <a:rect r="r" b="b" t="t" l="l"/>
              <a:pathLst>
                <a:path h="156685" w="165318">
                  <a:moveTo>
                    <a:pt x="0" y="0"/>
                  </a:moveTo>
                  <a:lnTo>
                    <a:pt x="165318" y="0"/>
                  </a:lnTo>
                  <a:lnTo>
                    <a:pt x="165318" y="156685"/>
                  </a:lnTo>
                  <a:lnTo>
                    <a:pt x="0" y="156685"/>
                  </a:lnTo>
                  <a:close/>
                </a:path>
              </a:pathLst>
            </a:custGeom>
            <a:solidFill>
              <a:srgbClr val="6072F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65318" cy="16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  <a:r>
                <a:rPr lang="en-US" b="true" sz="1453" spc="-79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05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1495359"/>
            <a:ext cx="13299017" cy="737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0"/>
              </a:lnSpc>
            </a:pPr>
            <a:r>
              <a:rPr lang="en-US" b="true" sz="6232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CONCLUS</a:t>
            </a:r>
            <a:r>
              <a:rPr lang="en-US" b="true" sz="6232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ION &amp; TAKEAWAYS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604" y="3042824"/>
            <a:ext cx="10703619" cy="547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3091" indent="-336545" lvl="1">
              <a:lnSpc>
                <a:spcPts val="4364"/>
              </a:lnSpc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Gained</a:t>
            </a:r>
            <a:r>
              <a:rPr lang="en-US" sz="311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hands-on experience with Spring Boot and Java backend development</a:t>
            </a:r>
          </a:p>
          <a:p>
            <a:pPr algn="just" marL="673091" indent="-336545" lvl="1">
              <a:lnSpc>
                <a:spcPts val="4364"/>
              </a:lnSpc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Learned to manage deadlines, tasks, and debugging under pressure</a:t>
            </a:r>
          </a:p>
          <a:p>
            <a:pPr algn="just" marL="673091" indent="-336545" lvl="1">
              <a:lnSpc>
                <a:spcPts val="4364"/>
              </a:lnSpc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Completed a real-world REST API project with professional tools</a:t>
            </a:r>
          </a:p>
          <a:p>
            <a:pPr algn="just" marL="673091" indent="-336545" lvl="1">
              <a:lnSpc>
                <a:spcPts val="4364"/>
              </a:lnSpc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Improved logical thinking, coding habits, and real-time problem-solving</a:t>
            </a:r>
          </a:p>
          <a:p>
            <a:pPr algn="just" marL="673091" indent="-336545" lvl="1">
              <a:lnSpc>
                <a:spcPts val="4364"/>
              </a:lnSpc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Ready for upcoming internships, projects, and interviews</a:t>
            </a:r>
          </a:p>
          <a:p>
            <a:pPr algn="just">
              <a:lnSpc>
                <a:spcPts val="4364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5960713" y="1028700"/>
            <a:ext cx="1298587" cy="129858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89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364489" y="3397724"/>
            <a:ext cx="539746" cy="53974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89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921980" y="8864791"/>
            <a:ext cx="2222020" cy="763567"/>
          </a:xfrm>
          <a:custGeom>
            <a:avLst/>
            <a:gdLst/>
            <a:ahLst/>
            <a:cxnLst/>
            <a:rect r="r" b="b" t="t" l="l"/>
            <a:pathLst>
              <a:path h="763567" w="2222020">
                <a:moveTo>
                  <a:pt x="0" y="0"/>
                </a:moveTo>
                <a:lnTo>
                  <a:pt x="2222020" y="0"/>
                </a:lnTo>
                <a:lnTo>
                  <a:pt x="2222020" y="763567"/>
                </a:lnTo>
                <a:lnTo>
                  <a:pt x="0" y="7635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759291" y="8483008"/>
            <a:ext cx="2222020" cy="763567"/>
          </a:xfrm>
          <a:custGeom>
            <a:avLst/>
            <a:gdLst/>
            <a:ahLst/>
            <a:cxnLst/>
            <a:rect r="r" b="b" t="t" l="l"/>
            <a:pathLst>
              <a:path h="763567" w="2222020">
                <a:moveTo>
                  <a:pt x="0" y="0"/>
                </a:moveTo>
                <a:lnTo>
                  <a:pt x="2222020" y="0"/>
                </a:lnTo>
                <a:lnTo>
                  <a:pt x="2222020" y="763566"/>
                </a:lnTo>
                <a:lnTo>
                  <a:pt x="0" y="763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0">
            <a:off x="16775981" y="3285813"/>
            <a:ext cx="2222020" cy="763567"/>
          </a:xfrm>
          <a:custGeom>
            <a:avLst/>
            <a:gdLst/>
            <a:ahLst/>
            <a:cxnLst/>
            <a:rect r="r" b="b" t="t" l="l"/>
            <a:pathLst>
              <a:path h="763567" w="2222020">
                <a:moveTo>
                  <a:pt x="2222020" y="0"/>
                </a:moveTo>
                <a:lnTo>
                  <a:pt x="0" y="0"/>
                </a:lnTo>
                <a:lnTo>
                  <a:pt x="0" y="763567"/>
                </a:lnTo>
                <a:lnTo>
                  <a:pt x="2222020" y="763567"/>
                </a:lnTo>
                <a:lnTo>
                  <a:pt x="222202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1346150">
            <a:off x="11405388" y="3029082"/>
            <a:ext cx="6183396" cy="10136714"/>
          </a:xfrm>
          <a:custGeom>
            <a:avLst/>
            <a:gdLst/>
            <a:ahLst/>
            <a:cxnLst/>
            <a:rect r="r" b="b" t="t" l="l"/>
            <a:pathLst>
              <a:path h="10136714" w="6183396">
                <a:moveTo>
                  <a:pt x="0" y="0"/>
                </a:moveTo>
                <a:lnTo>
                  <a:pt x="6183396" y="0"/>
                </a:lnTo>
                <a:lnTo>
                  <a:pt x="6183396" y="10136715"/>
                </a:lnTo>
                <a:lnTo>
                  <a:pt x="0" y="101367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0B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7241" y="-4197741"/>
            <a:ext cx="18682483" cy="18682483"/>
          </a:xfrm>
          <a:custGeom>
            <a:avLst/>
            <a:gdLst/>
            <a:ahLst/>
            <a:cxnLst/>
            <a:rect r="r" b="b" t="t" l="l"/>
            <a:pathLst>
              <a:path h="18682483" w="18682483">
                <a:moveTo>
                  <a:pt x="0" y="0"/>
                </a:moveTo>
                <a:lnTo>
                  <a:pt x="18682482" y="0"/>
                </a:lnTo>
                <a:lnTo>
                  <a:pt x="18682482" y="18682482"/>
                </a:lnTo>
                <a:lnTo>
                  <a:pt x="0" y="18682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260282"/>
            <a:ext cx="692146" cy="499011"/>
          </a:xfrm>
          <a:custGeom>
            <a:avLst/>
            <a:gdLst/>
            <a:ahLst/>
            <a:cxnLst/>
            <a:rect r="r" b="b" t="t" l="l"/>
            <a:pathLst>
              <a:path h="499011" w="692146">
                <a:moveTo>
                  <a:pt x="0" y="0"/>
                </a:moveTo>
                <a:lnTo>
                  <a:pt x="692146" y="0"/>
                </a:lnTo>
                <a:lnTo>
                  <a:pt x="692146" y="499011"/>
                </a:lnTo>
                <a:lnTo>
                  <a:pt x="0" y="499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59300" y="9258300"/>
            <a:ext cx="627691" cy="594913"/>
            <a:chOff x="0" y="0"/>
            <a:chExt cx="165318" cy="1566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5318" cy="156685"/>
            </a:xfrm>
            <a:custGeom>
              <a:avLst/>
              <a:gdLst/>
              <a:ahLst/>
              <a:cxnLst/>
              <a:rect r="r" b="b" t="t" l="l"/>
              <a:pathLst>
                <a:path h="156685" w="165318">
                  <a:moveTo>
                    <a:pt x="0" y="0"/>
                  </a:moveTo>
                  <a:lnTo>
                    <a:pt x="165318" y="0"/>
                  </a:lnTo>
                  <a:lnTo>
                    <a:pt x="165318" y="156685"/>
                  </a:lnTo>
                  <a:lnTo>
                    <a:pt x="0" y="156685"/>
                  </a:lnTo>
                  <a:close/>
                </a:path>
              </a:pathLst>
            </a:custGeom>
            <a:solidFill>
              <a:srgbClr val="ACD4E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65318" cy="16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  <a:r>
                <a:rPr lang="en-US" b="true" sz="1453" spc="-79">
                  <a:solidFill>
                    <a:srgbClr val="4B315A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614353" y="5802082"/>
            <a:ext cx="13666720" cy="1366672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D1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970602" y="2197443"/>
            <a:ext cx="10346796" cy="310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30"/>
              </a:lnSpc>
            </a:pPr>
            <a:r>
              <a:rPr lang="en-US" b="true" sz="13523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 YOU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312276">
            <a:off x="4910001" y="3682001"/>
            <a:ext cx="8467997" cy="11747511"/>
          </a:xfrm>
          <a:custGeom>
            <a:avLst/>
            <a:gdLst/>
            <a:ahLst/>
            <a:cxnLst/>
            <a:rect r="r" b="b" t="t" l="l"/>
            <a:pathLst>
              <a:path h="11747511" w="8467997">
                <a:moveTo>
                  <a:pt x="0" y="0"/>
                </a:moveTo>
                <a:lnTo>
                  <a:pt x="8467998" y="0"/>
                </a:lnTo>
                <a:lnTo>
                  <a:pt x="8467998" y="11747511"/>
                </a:lnTo>
                <a:lnTo>
                  <a:pt x="0" y="117475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374773" y="5051961"/>
            <a:ext cx="2108657" cy="724611"/>
          </a:xfrm>
          <a:custGeom>
            <a:avLst/>
            <a:gdLst/>
            <a:ahLst/>
            <a:cxnLst/>
            <a:rect r="r" b="b" t="t" l="l"/>
            <a:pathLst>
              <a:path h="724611" w="2108657">
                <a:moveTo>
                  <a:pt x="2108657" y="0"/>
                </a:moveTo>
                <a:lnTo>
                  <a:pt x="0" y="0"/>
                </a:lnTo>
                <a:lnTo>
                  <a:pt x="0" y="724611"/>
                </a:lnTo>
                <a:lnTo>
                  <a:pt x="2108657" y="724611"/>
                </a:lnTo>
                <a:lnTo>
                  <a:pt x="210865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226744" y="6320284"/>
            <a:ext cx="2108657" cy="724611"/>
          </a:xfrm>
          <a:custGeom>
            <a:avLst/>
            <a:gdLst/>
            <a:ahLst/>
            <a:cxnLst/>
            <a:rect r="r" b="b" t="t" l="l"/>
            <a:pathLst>
              <a:path h="724611" w="2108657">
                <a:moveTo>
                  <a:pt x="0" y="0"/>
                </a:moveTo>
                <a:lnTo>
                  <a:pt x="2108657" y="0"/>
                </a:lnTo>
                <a:lnTo>
                  <a:pt x="2108657" y="724611"/>
                </a:lnTo>
                <a:lnTo>
                  <a:pt x="0" y="7246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916273" y="8831145"/>
            <a:ext cx="2108657" cy="724611"/>
          </a:xfrm>
          <a:custGeom>
            <a:avLst/>
            <a:gdLst/>
            <a:ahLst/>
            <a:cxnLst/>
            <a:rect r="r" b="b" t="t" l="l"/>
            <a:pathLst>
              <a:path h="724611" w="2108657">
                <a:moveTo>
                  <a:pt x="0" y="0"/>
                </a:moveTo>
                <a:lnTo>
                  <a:pt x="2108657" y="0"/>
                </a:lnTo>
                <a:lnTo>
                  <a:pt x="2108657" y="724611"/>
                </a:lnTo>
                <a:lnTo>
                  <a:pt x="0" y="7246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757003" y="2425817"/>
            <a:ext cx="1278661" cy="127866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89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579882" y="7552484"/>
            <a:ext cx="2300729" cy="230072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89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429102" y="1509787"/>
            <a:ext cx="1278661" cy="127866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5E89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DAGuWSyq8qY</dc:identifier>
  <dcterms:modified xsi:type="dcterms:W3CDTF">2011-08-01T06:04:30Z</dcterms:modified>
  <cp:revision>1</cp:revision>
  <dc:title>vishesh</dc:title>
</cp:coreProperties>
</file>